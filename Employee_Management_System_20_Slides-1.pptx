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EMPLOYEE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D2E1F5"/>
                </a:solidFill>
              </a:defRPr>
            </a:pPr>
            <a:r>
              <a:t>Java +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57200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Project Presentation • 20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An Employee Management System (EMS) is a software application used to maintain employee information.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It supports common operations such as adding, updating, searching, deleting and displaying employees.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The project demonstrates Java programming concepts together with Data Structures and Algorithms.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It reduces manual record keeping and makes employee data easier to manage.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Manual employee records are difficult to maintain when the number of employees increases.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Searching and updating records manually takes time and may cause errors.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A centralized system is required to organize employee details and perform operations efficiently.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The proposed EMS provides a simple, menu-driven solution for employee record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5448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Maintain employee ID, name, department, salary and contact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Manage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Add, update and delete employee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55448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737"/>
                </a:solidFill>
              </a:defRPr>
            </a:pPr>
            <a: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01168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Find employees quickly using ID or other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611879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Organize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06908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Use suitable data structures for efficient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611879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06908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Provide a simple, reliable and user-friendly Java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4. 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Employee registration and profile management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Department-wise employee organization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Employee search by ID or name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Update and deletion of records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Salary and basic employee information management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Display of all employees in a structured format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Can be extended later with database, login, attendance and payroll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5.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08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Add 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65960"/>
            <a:ext cx="305409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Enter a unique employee ID and required employee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08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View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5409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Display all stored employee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508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737"/>
                </a:solidFill>
              </a:defRPr>
            </a:pPr>
            <a:r>
              <a:t>Search Employee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65960"/>
            <a:ext cx="305409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Search by employee ID or 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4290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35661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Update Employee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4023360"/>
            <a:ext cx="305409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Modify existing employee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290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35661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Delete Employee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4023360"/>
            <a:ext cx="305409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Remove an employee record when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6.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Performance – operations should complete quickly for normal employee datasets.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Usability – menu-driven interface should be simple for beginners.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Reliability – validate IDs and avoid duplicate employee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Maintainability – use classes and methods so the code is easy to modify.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Scalability – data structures should support increasing numbers of employees.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7.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087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6596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087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Eclipse / IntelliJ IDEA / VS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5087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Data Structures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96596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ArrayList, Linked List, HashMap (optional)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5661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02336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Linear Search, Binary Search, Sorting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5661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02336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In-memory collection; can be extended to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35661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Version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4023360"/>
            <a:ext cx="309981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Git and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8.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737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14081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140817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Menu /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194560"/>
            <a:ext cx="1737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2331720"/>
            <a:ext cx="14081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788920"/>
            <a:ext cx="140817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Java classes + methods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194560"/>
            <a:ext cx="1737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2331720"/>
            <a:ext cx="14081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Data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788920"/>
            <a:ext cx="140817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ArrayList / Linked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194560"/>
            <a:ext cx="1737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2331720"/>
            <a:ext cx="14081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2788920"/>
            <a:ext cx="140817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Search / Update /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194560"/>
            <a:ext cx="1737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2331720"/>
            <a:ext cx="14081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2788920"/>
            <a:ext cx="140817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Employee records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3017520"/>
            <a:ext cx="502920" cy="0"/>
          </a:xfrm>
          <a:prstGeom prst="line">
            <a:avLst/>
          </a:prstGeom>
          <a:ln w="25400">
            <a:solidFill>
              <a:srgbClr val="192D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92040" y="3017520"/>
            <a:ext cx="502919" cy="0"/>
          </a:xfrm>
          <a:prstGeom prst="line">
            <a:avLst/>
          </a:prstGeom>
          <a:ln w="25400">
            <a:solidFill>
              <a:srgbClr val="192D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60920" y="3017520"/>
            <a:ext cx="502920" cy="0"/>
          </a:xfrm>
          <a:prstGeom prst="line">
            <a:avLst/>
          </a:prstGeom>
          <a:ln w="25400">
            <a:solidFill>
              <a:srgbClr val="192D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46920" y="3017520"/>
            <a:ext cx="502920" cy="0"/>
          </a:xfrm>
          <a:prstGeom prst="line">
            <a:avLst/>
          </a:prstGeom>
          <a:ln w="25400">
            <a:solidFill>
              <a:srgbClr val="192D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9. Employee Class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241280" cy="4663440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90472"/>
            <a:ext cx="978408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class Employee {</a:t>
            </a:r>
            <a:br/>
            <a:r>
              <a:t>    int id;</a:t>
            </a:r>
            <a:br/>
            <a:r>
              <a:t>    String name;</a:t>
            </a:r>
            <a:br/>
            <a:r>
              <a:t>    String department;</a:t>
            </a:r>
            <a:br/>
            <a:r>
              <a:t>    double salary;</a:t>
            </a:r>
            <a:br/>
            <a:br/>
            <a:r>
              <a:t>    Employee(int id, String name,</a:t>
            </a:r>
            <a:br/>
            <a:r>
              <a:t>             String department, double salary) {</a:t>
            </a:r>
            <a:br/>
            <a:r>
              <a:t>        this.id = id;</a:t>
            </a:r>
            <a:br/>
            <a:r>
              <a:t>        this.name = name;</a:t>
            </a:r>
            <a:br/>
            <a:r>
              <a:t>        this.department = department;</a:t>
            </a:r>
            <a:br/>
            <a:r>
              <a:t>        this.salary = salary;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10. Data Structures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5448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ArrayList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11680"/>
            <a:ext cx="305409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Stores employee objects dynamically. Easy insertion, deletion and traversal.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Linked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05409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Useful when demonstrating node-based dynamic storage and insertion.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55448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737"/>
                </a:solidFill>
              </a:defRPr>
            </a:pPr>
            <a:r>
              <a:t>HashMap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11680"/>
            <a:ext cx="305409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Optional structure for fast employee lookup using ID as the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657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3794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Searching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4251960"/>
            <a:ext cx="305409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Linear search for unsorted records; binary search when sorted.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3794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Sorting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4251960"/>
            <a:ext cx="305409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Sort by ID, name or salary using suitable sorting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11. Algorithms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Linear Search: checks employee records one by one.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Binary Search: finds an employee in sorted records in O(log n) time.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Sorting: arranges employees by ID, name or salary.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Traversal: visits every employee to display or process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Backtracking is not required for the core EMS, but the project can be combined with algorithm-design lab concepts.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12. Main Menu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1.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2. Show Menu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3. Choose Operation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4. Validate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5. Perform 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4747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6. Display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7. Return to Menu / Exit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13. Add Employee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Read employee ID, name, department and salary.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Check whether the employee ID already exists.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If valid, create an Employee object.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Insert the object into the selected data structure.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Display a success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10332720" cy="1280160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62272"/>
            <a:ext cx="98755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Employee e = new Employee(id, name, department, salary);</a:t>
            </a:r>
            <a:br/>
            <a:r>
              <a:t>employees.add(e);</a:t>
            </a:r>
            <a:br/>
            <a:r>
              <a:t>System.out.println("Employee added successfully");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14. Search, Update and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087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65960"/>
            <a:ext cx="30998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Input employee ID → scan records → compare IDs → display matching employee.\n\nLinear search: O(n).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087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998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Find employee → change selected fields → save updated values.\n\nRequires validation of the new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508760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737"/>
                </a:solidFill>
              </a:defRPr>
            </a:pPr>
            <a:r>
              <a:t>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65960"/>
            <a:ext cx="30998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Find employee → remove the record → confirm deletion.\n\nUse iterator or collection methods safely.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15. Sample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424160" cy="4480560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99669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===== EMPLOYEE MANAGEMENT SYSTEM =====</a:t>
            </a:r>
            <a:br/>
            <a:r>
              <a:t>1. Add Employee</a:t>
            </a:r>
            <a:br/>
            <a:r>
              <a:t>2. View Employees</a:t>
            </a:r>
            <a:br/>
            <a:r>
              <a:t>3. Search Employee</a:t>
            </a:r>
            <a:br/>
            <a:r>
              <a:t>4. Update Employee</a:t>
            </a:r>
            <a:br/>
            <a:r>
              <a:t>5. Delete Employee</a:t>
            </a:r>
            <a:br/>
            <a:r>
              <a:t>6. Exit</a:t>
            </a:r>
            <a:br/>
            <a:br/>
            <a:r>
              <a:t>Enter choice: 1</a:t>
            </a:r>
            <a:br/>
            <a:r>
              <a:t>Employee ID: 101</a:t>
            </a:r>
            <a:br/>
            <a:r>
              <a:t>Name: Ravi</a:t>
            </a:r>
            <a:br/>
            <a:r>
              <a:t>Department: IT</a:t>
            </a:r>
            <a:br/>
            <a:r>
              <a:t>Salary: 45000</a:t>
            </a:r>
            <a:br/>
            <a:r>
              <a:t>Employee added successfully!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16. 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Add employee with ArrayList: O(1) amortized.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Search using linear search: O(n).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Search using binary search on sorted data: O(log n).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Delete from ArrayList by index: O(n) in the worst case because elements may shift.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Sorting: typically O(n log n) with efficient comparison-based algorithms.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Space complexity: O(n) for n employee records.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17.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08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Valid 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65960"/>
            <a:ext cx="305409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New unique employee ID is accepted.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08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737"/>
                </a:solidFill>
              </a:defRPr>
            </a:pPr>
            <a:r>
              <a:t>Duplicate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5409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System rejects an ID already in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508760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Search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65960"/>
            <a:ext cx="305409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Displays a suitable 'not found'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3611879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1915F"/>
                </a:solidFill>
              </a:defRPr>
            </a:pPr>
            <a:r>
              <a:t>Update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4069080"/>
            <a:ext cx="305409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Existing record changes correctly.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3611879"/>
            <a:ext cx="30540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737"/>
                </a:solidFill>
              </a:defRPr>
            </a:pPr>
            <a:r>
              <a:t>Delete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4069080"/>
            <a:ext cx="305409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Selected record is removed without affecting others.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18. Advantages and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Employee Management System • Java +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Advantages: simple interface, faster record handling, reduced manual effort and reusable Java classes.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Future: MySQL database integration for permanent storage.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Future: Login and role-based access for HR and administrators.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Future: Attendance, leave management, payroll and report generation.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Future: GUI using JavaFX or Swing and a web version using Spring Boot.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The Employee Management System provides an organized way to manage employee records using Java and Data Structures.</a:t>
            </a:r>
          </a:p>
          <a:p>
            <a:pPr algn="ctr">
              <a:defRPr sz="2800" b="1">
                <a:solidFill>
                  <a:srgbClr val="D2E1F5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